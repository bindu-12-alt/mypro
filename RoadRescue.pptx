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A305A-D66B-4E81-ABD4-CFF7E0954475}" v="1" dt="2026-03-14T04:18:27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Lakshmi Konda" userId="4c0336f86f68968c" providerId="LiveId" clId="{6AEB35F9-5808-4887-AEF4-9EBD363986DE}"/>
    <pc:docChg chg="custSel modSld">
      <pc:chgData name="SriLakshmi Konda" userId="4c0336f86f68968c" providerId="LiveId" clId="{6AEB35F9-5808-4887-AEF4-9EBD363986DE}" dt="2026-03-14T04:19:17.851" v="125" actId="20577"/>
      <pc:docMkLst>
        <pc:docMk/>
      </pc:docMkLst>
      <pc:sldChg chg="modSp mod">
        <pc:chgData name="SriLakshmi Konda" userId="4c0336f86f68968c" providerId="LiveId" clId="{6AEB35F9-5808-4887-AEF4-9EBD363986DE}" dt="2026-03-14T04:19:17.851" v="125" actId="20577"/>
        <pc:sldMkLst>
          <pc:docMk/>
          <pc:sldMk cId="0" sldId="256"/>
        </pc:sldMkLst>
        <pc:spChg chg="mod">
          <ac:chgData name="SriLakshmi Konda" userId="4c0336f86f68968c" providerId="LiveId" clId="{6AEB35F9-5808-4887-AEF4-9EBD363986DE}" dt="2026-03-14T04:19:17.851" v="125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riLakshmi Konda" userId="4c0336f86f68968c" providerId="LiveId" clId="{6AEB35F9-5808-4887-AEF4-9EBD363986DE}" dt="2026-03-14T04:18:31.920" v="116" actId="1035"/>
        <pc:sldMkLst>
          <pc:docMk/>
          <pc:sldMk cId="0" sldId="262"/>
        </pc:sldMkLst>
        <pc:spChg chg="mod">
          <ac:chgData name="SriLakshmi Konda" userId="4c0336f86f68968c" providerId="LiveId" clId="{6AEB35F9-5808-4887-AEF4-9EBD363986DE}" dt="2026-03-14T04:16:48.375" v="15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riLakshmi Konda" userId="4c0336f86f68968c" providerId="LiveId" clId="{6AEB35F9-5808-4887-AEF4-9EBD363986DE}" dt="2026-03-14T04:17:02.613" v="19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SriLakshmi Konda" userId="4c0336f86f68968c" providerId="LiveId" clId="{6AEB35F9-5808-4887-AEF4-9EBD363986DE}" dt="2026-03-14T04:18:31.920" v="116" actId="1035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SriLakshmi Konda" userId="4c0336f86f68968c" providerId="LiveId" clId="{6AEB35F9-5808-4887-AEF4-9EBD363986DE}" dt="2026-03-14T04:18:14.181" v="115" actId="255"/>
        <pc:sldMkLst>
          <pc:docMk/>
          <pc:sldMk cId="0" sldId="270"/>
        </pc:sldMkLst>
        <pc:spChg chg="mod">
          <ac:chgData name="SriLakshmi Konda" userId="4c0336f86f68968c" providerId="LiveId" clId="{6AEB35F9-5808-4887-AEF4-9EBD363986DE}" dt="2026-03-14T04:17:56.693" v="114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SriLakshmi Konda" userId="4c0336f86f68968c" providerId="LiveId" clId="{6AEB35F9-5808-4887-AEF4-9EBD363986DE}" dt="2026-03-14T04:18:14.181" v="115" actId="255"/>
          <ac:spMkLst>
            <pc:docMk/>
            <pc:sldMk cId="0" sldId="27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49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370832"/>
            <a:ext cx="91440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RoadRescue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Roadside Assistance System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Vehicle Users with Nearby Mechanics – Instantly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35808"/>
            <a:ext cx="320040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44622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|  End-to-End Mobile Application</a:t>
            </a:r>
            <a:endParaRPr lang="en-US" sz="1200" dirty="0"/>
          </a:p>
        </p:txBody>
      </p:sp>
      <p:sp>
        <p:nvSpPr>
          <p:cNvPr id="20" name="Text TeamMembers"/>
          <p:cNvSpPr/>
          <p:nvPr/>
        </p:nvSpPr>
        <p:spPr>
          <a:xfrm>
            <a:off x="731520" y="3200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</a:rPr>
              <a:t>Team Members: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</a:rPr>
              <a:t>Kavuri Bindu Sri (23BQ1A05A4)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</a:rPr>
              <a:t>Durgam Meenakshi (23BQ1A0564)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</a:rPr>
              <a:t>Gundimedha Madhu (23BQ1A0688)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D8E2EC"/>
                </a:solidFill>
                <a:latin typeface="Calibri" pitchFamily="34" charset="0"/>
              </a:rPr>
              <a:t>Kurra Surya Kiran (23BQ1A05C1)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126480" y="1051560"/>
            <a:ext cx="2743200" cy="3474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E5F8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0" y="10972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RoadRescue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you covered.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577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RoadRescue is a web-based platform for quick roadside assistance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request help and share their GPS location instantly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mechanics receive requests and can accept in real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live service status tracking from request to completion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secure online payments via Razorpay after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monitors all users, mechanics, and transactions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Location Difficulty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in unknown areas cannot explain their exact location to mechanics or helplines.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1078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Long Response Times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6420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nearby mechanic manually is time-consuming and causes extended delays.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80760" y="1078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Poor 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66420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structured system leads to confusion, repeated calls, and miscommunication.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RoadRescue eliminates these pain points with GPS-based, real-time mechanic matching.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94360" cy="10515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quick roadside assistance to vehicle users in distress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594360" cy="10515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00584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058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share user's real-time GPS location with mechanics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594360" cy="10515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24028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24028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users with the nearest available mechanics instantly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240280"/>
            <a:ext cx="594360" cy="10515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09160" y="224028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24028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tracking of service request 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594360" cy="10515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4747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secure and seamless online payment processing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474720"/>
            <a:ext cx="594360" cy="10515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09160" y="3474720"/>
            <a:ext cx="594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 control for monitoring system activity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Currently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calls a helpline or contacts a known mechanic manually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to describe exact location over phone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is dispatched based on vague directions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tracking available to the user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payments with no digital record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 visibility into service activity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886200"/>
          </a:xfrm>
          <a:prstGeom prst="rect">
            <a:avLst/>
          </a:prstGeom>
          <a:solidFill>
            <a:srgbClr val="FFF0E8"/>
          </a:solidFill>
          <a:ln w="12700">
            <a:solidFill>
              <a:srgbClr val="F5C9A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10332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536192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Time-consuming location explanation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mechanic availability visibility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Delayed response &amp; poor experience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digital payment support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service record or transparency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centralized admin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System – RoadRescue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RoadRescue provides a fully digital, GPS-powered roadside assistance platform with real-time matching, tracking, and payments.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 Sharing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location detection via Google Maps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048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Mechanic Matching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mechanics notified instantly with map 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80760" y="16642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2048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377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Accepted → In Progress → Completed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3264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36484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Payment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977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 for safe digital transactions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0" y="317296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0" y="3264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91840" y="36484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977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into users, mechanics, and requests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317296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80760" y="3264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72200" y="36484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Platform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3977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device with a modern browser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80390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69748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0" y="1033272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664208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37560" y="16642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js Backend Logic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37560" y="2371541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37560" y="2377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37560" y="3090672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37560" y="3090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Engine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37560" y="3803904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80390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API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80760" y="100584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80760" y="1033272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1664208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0" y="166420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2377440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17920" y="2377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Mechanics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17920" y="3090672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7920" y="3090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Records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17920" y="3803904"/>
            <a:ext cx="2423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380390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Logs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063240" y="2926080"/>
            <a:ext cx="137160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943600" y="2926080"/>
            <a:ext cx="137160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777240" cy="169164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344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773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024128"/>
            <a:ext cx="777240" cy="1691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52704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69080" y="1344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69080" y="1773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02412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1024128"/>
            <a:ext cx="777240" cy="1691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80760" y="152704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13441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1773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777240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44728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264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API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3694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294436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0" y="2944368"/>
            <a:ext cx="777240" cy="1691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0" y="344728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69080" y="3264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069080" y="3694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80760" y="294436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2944368"/>
            <a:ext cx="777240" cy="1691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344728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49440" y="3264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49440" y="3694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 – User Request &amp; Location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120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registers and logs in to the RoadRescue platform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Selects the type of vehicle issue: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Engine Problem  → Tyre Puncture  → Battery Failure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GPS location is automatically fetched via Google Maps API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Service request is created with problem type + live location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Request is broadcast to all nearby available mechanics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24128"/>
            <a:ext cx="3154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669280" y="1024128"/>
            <a:ext cx="64008" cy="11155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33872" y="118872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Authentication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33872" y="157276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Registration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304288"/>
            <a:ext cx="3154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669280" y="2304288"/>
            <a:ext cx="64008" cy="11155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33872" y="246888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Issue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33872" y="285292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/ Tyre / Battery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584448"/>
            <a:ext cx="3154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0" y="3584448"/>
            <a:ext cx="64008" cy="11155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33872" y="374904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33872" y="413308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 – Mechanic Allocation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use their own dashboard to manage and respond to incoming service requests.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965960" cy="5943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Login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logs into the dedicated portal with secure credentials.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68880" y="146304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196596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Requests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service requests with issue type and distance are displayed.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1463040"/>
            <a:ext cx="1965960" cy="5943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1772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Preview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live location is shown on Google Maps for navigation.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66560" y="146304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66560" y="1463040"/>
            <a:ext cx="196596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6656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58000" y="26517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can accept or reject based on availability and proximity.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 – Service Tracking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9659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submitted, waiting for mechanic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0280" y="2496312"/>
            <a:ext cx="182880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23160" y="1115568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23160" y="1115568"/>
            <a:ext cx="196596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2316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8288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331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accepted, heading to location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2496312"/>
            <a:ext cx="182880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1115568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1115568"/>
            <a:ext cx="1965960" cy="594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18288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331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is actively working on vehicle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496312"/>
            <a:ext cx="182880" cy="0"/>
          </a:xfrm>
          <a:prstGeom prst="line">
            <a:avLst/>
          </a:prstGeom>
          <a:noFill/>
          <a:ln w="254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20840" y="1115568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720840" y="1115568"/>
            <a:ext cx="196596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2084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182880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233172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done, payment can be made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74320" y="406908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40690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 and mechanic can see live status updates  </a:t>
            </a:r>
            <a:r>
              <a:rPr lang="en-US" sz="13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Timestamps recorded for each status change  </a:t>
            </a:r>
            <a:r>
              <a:rPr lang="en-US" sz="130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service history available in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 – Payment &amp; Admin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Module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triggered after service is marked Completed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Razorpay – India's leading payment gateway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UPI, Cards, Net Banking, and Wallets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confirmation sent to both user and mechanic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stored in database for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0332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registered users and mechanic profiles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service requests with full status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 payment transactions and amounts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or deactivate user/mechanic accounts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activity reports and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502920" cy="512064"/>
          </a:xfrm>
          <a:prstGeom prst="rect">
            <a:avLst/>
          </a:prstGeom>
          <a:solidFill>
            <a:srgbClr val="1E5F8A"/>
          </a:solidFill>
          <a:ln w="12700">
            <a:solidFill>
              <a:srgbClr val="1E5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0241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Registers &amp; Logs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</a:rPr>
              <a:t>▼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5956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95628"/>
            <a:ext cx="50292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956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15956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Service Request with GPS Location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210769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</a:rPr>
              <a:t>▼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1671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167128"/>
            <a:ext cx="502920" cy="5120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1671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1671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Receives Notification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267919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</a:rPr>
              <a:t>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27386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738628"/>
            <a:ext cx="50292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7386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27386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Accepts Request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" y="325069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</a:rPr>
              <a:t>▼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3101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310128"/>
            <a:ext cx="502920" cy="5120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33101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33101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is Provided at Location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" y="382219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5760" y="38816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3881628"/>
            <a:ext cx="50292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8816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38816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Makes Online Payment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" y="439369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</a:rPr>
              <a:t>▼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445312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65760" y="4453128"/>
            <a:ext cx="502920" cy="5120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445312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4453128"/>
            <a:ext cx="7726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Monitors System Activity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&amp; Future Enhancements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 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roadside assistance response time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GPS location – no manual explanation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communication delays and confusion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and trackable service progress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digital payment with instant confirmation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admin control over the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5029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0332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 (Android &amp; iOS)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AI-based mechanic recommendation engine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Emergency SOS feature for critical situations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Push notifications for real-time alerts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Integration with insurance service providers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Mechanic rating and review system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7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2004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RoadRescue successfully addresses one of the most frustrating experiences for vehicle owners — getting stranded without help. By leveraging GPS technology, real-time communication, and digital payments, it provides a smart, reliable, and scalable solution for roadside assistance.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platform built with PHP, MySQL, and JavaScript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location sharing via Google Maps API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service status tracking across all user roles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processing with Razorpay integration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8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ready for mobile expansion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1024</Words>
  <Application>Microsoft Office PowerPoint</Application>
  <PresentationFormat>On-screen Show (16:9)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RoadRescue – Smart Roadside Assistance System</dc:title>
  <dc:subject>PptxGenJS Presentation</dc:subject>
  <dc:creator>PptxGenJS</dc:creator>
  <cp:lastModifiedBy>SriLakshmi Konda</cp:lastModifiedBy>
  <cp:revision>1</cp:revision>
  <dcterms:created xsi:type="dcterms:W3CDTF">2026-03-14T03:50:05Z</dcterms:created>
  <dcterms:modified xsi:type="dcterms:W3CDTF">2026-03-14T04:19:25Z</dcterms:modified>
</cp:coreProperties>
</file>